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AI Engineering Basics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5285232" cy="80467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64008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9509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822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Development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3232" y="1088136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 &amp; async programming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REST API development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38728" y="978408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38728" y="9784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to production systems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164592" y="1609344"/>
            <a:ext cx="5285232" cy="80467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1609344"/>
            <a:ext cx="64008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81051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" y="1682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Readiness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3232" y="1947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 for real-time UX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logging &amp; error handling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538728" y="1837944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38728" y="18379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reliability &amp; auditing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164592" y="2468880"/>
            <a:ext cx="5285232" cy="80467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4592" y="2468880"/>
            <a:ext cx="64008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670048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Operations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13232" y="280720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&amp; monitoring systems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 &amp; diagnostics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538728" y="2697480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538728" y="269748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visibility &amp; control</a:t>
            </a:r>
            <a:endParaRPr lang="en-US" sz="760" dirty="0"/>
          </a:p>
        </p:txBody>
      </p:sp>
      <p:sp>
        <p:nvSpPr>
          <p:cNvPr id="29" name="Shape 24"/>
          <p:cNvSpPr/>
          <p:nvPr/>
        </p:nvSpPr>
        <p:spPr>
          <a:xfrm>
            <a:off x="164592" y="3328416"/>
            <a:ext cx="5285232" cy="80467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64592" y="3328416"/>
            <a:ext cx="64008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529584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" y="3401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13232" y="366674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basics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· Scalability concepts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538728" y="3557016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538728" y="355701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deployment</a:t>
            </a:r>
            <a:endParaRPr lang="en-US" sz="760" dirty="0"/>
          </a:p>
        </p:txBody>
      </p:sp>
      <p:sp>
        <p:nvSpPr>
          <p:cNvPr id="36" name="Shape 30"/>
          <p:cNvSpPr/>
          <p:nvPr/>
        </p:nvSpPr>
        <p:spPr>
          <a:xfrm>
            <a:off x="164592" y="4187952"/>
            <a:ext cx="5285232" cy="804672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64592" y="4187952"/>
            <a:ext cx="64008" cy="804672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4389120"/>
            <a:ext cx="292608" cy="2926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13232" y="4261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713232" y="45262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fundamentals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quality &amp; reliability metrics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3538728" y="4416552"/>
            <a:ext cx="1847088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538728" y="44165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improve AI performance</a:t>
            </a:r>
            <a:endParaRPr lang="en-US" sz="760" dirty="0"/>
          </a:p>
        </p:txBody>
      </p:sp>
      <p:sp>
        <p:nvSpPr>
          <p:cNvPr id="43" name="Shape 36"/>
          <p:cNvSpPr/>
          <p:nvPr/>
        </p:nvSpPr>
        <p:spPr>
          <a:xfrm>
            <a:off x="5614416" y="749808"/>
            <a:ext cx="3364992" cy="43159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614416" y="80467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AI STACK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5971032" y="1133856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5952744" y="1271016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172200" y="117043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6172200" y="1380744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/ CLI</a:t>
            </a:r>
            <a:endParaRPr lang="en-US" sz="760" dirty="0"/>
          </a:p>
        </p:txBody>
      </p:sp>
      <p:sp>
        <p:nvSpPr>
          <p:cNvPr id="49" name="Shape 42"/>
          <p:cNvSpPr/>
          <p:nvPr/>
        </p:nvSpPr>
        <p:spPr>
          <a:xfrm>
            <a:off x="7269480" y="1572768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5971032" y="1700784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5952744" y="1837944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172200" y="173736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Server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6172200" y="1947672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· async</a:t>
            </a:r>
            <a:endParaRPr lang="en-US" sz="760" dirty="0"/>
          </a:p>
        </p:txBody>
      </p:sp>
      <p:sp>
        <p:nvSpPr>
          <p:cNvPr id="54" name="Shape 47"/>
          <p:cNvSpPr/>
          <p:nvPr/>
        </p:nvSpPr>
        <p:spPr>
          <a:xfrm>
            <a:off x="7269480" y="2139696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5971032" y="2267712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5952744" y="2404872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6172200" y="230428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Service</a:t>
            </a:r>
            <a:endParaRPr lang="en-US" sz="950" dirty="0"/>
          </a:p>
        </p:txBody>
      </p:sp>
      <p:sp>
        <p:nvSpPr>
          <p:cNvPr id="58" name="Text 51"/>
          <p:cNvSpPr/>
          <p:nvPr/>
        </p:nvSpPr>
        <p:spPr>
          <a:xfrm>
            <a:off x="6172200" y="2514600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OpenAI / Self-hosted</a:t>
            </a:r>
            <a:endParaRPr lang="en-US" sz="760" dirty="0"/>
          </a:p>
        </p:txBody>
      </p:sp>
      <p:sp>
        <p:nvSpPr>
          <p:cNvPr id="59" name="Shape 52"/>
          <p:cNvSpPr/>
          <p:nvPr/>
        </p:nvSpPr>
        <p:spPr>
          <a:xfrm>
            <a:off x="7269480" y="2706624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5971032" y="2834640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1" name="Shape 54"/>
          <p:cNvSpPr/>
          <p:nvPr/>
        </p:nvSpPr>
        <p:spPr>
          <a:xfrm>
            <a:off x="5952744" y="2971800"/>
            <a:ext cx="164592" cy="164592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6172200" y="287121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950" dirty="0"/>
          </a:p>
        </p:txBody>
      </p:sp>
      <p:sp>
        <p:nvSpPr>
          <p:cNvPr id="63" name="Text 56"/>
          <p:cNvSpPr/>
          <p:nvPr/>
        </p:nvSpPr>
        <p:spPr>
          <a:xfrm>
            <a:off x="6172200" y="3081528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Streaming</a:t>
            </a:r>
            <a:endParaRPr lang="en-US" sz="760" dirty="0"/>
          </a:p>
        </p:txBody>
      </p:sp>
      <p:sp>
        <p:nvSpPr>
          <p:cNvPr id="64" name="Shape 57"/>
          <p:cNvSpPr/>
          <p:nvPr/>
        </p:nvSpPr>
        <p:spPr>
          <a:xfrm>
            <a:off x="7269480" y="3273552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5971032" y="3401568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5952744" y="353872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6172200" y="34381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</a:t>
            </a:r>
            <a:endParaRPr lang="en-US" sz="950" dirty="0"/>
          </a:p>
        </p:txBody>
      </p:sp>
      <p:sp>
        <p:nvSpPr>
          <p:cNvPr id="68" name="Text 61"/>
          <p:cNvSpPr/>
          <p:nvPr/>
        </p:nvSpPr>
        <p:spPr>
          <a:xfrm>
            <a:off x="6172200" y="3648456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· Response · Error</a:t>
            </a:r>
            <a:endParaRPr lang="en-US" sz="760" dirty="0"/>
          </a:p>
        </p:txBody>
      </p:sp>
      <p:sp>
        <p:nvSpPr>
          <p:cNvPr id="69" name="Shape 62"/>
          <p:cNvSpPr/>
          <p:nvPr/>
        </p:nvSpPr>
        <p:spPr>
          <a:xfrm>
            <a:off x="7269480" y="3840480"/>
            <a:ext cx="54864" cy="9144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5971032" y="3968496"/>
            <a:ext cx="2651760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71" name="Shape 64"/>
          <p:cNvSpPr/>
          <p:nvPr/>
        </p:nvSpPr>
        <p:spPr>
          <a:xfrm>
            <a:off x="5952744" y="4105656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6172200" y="400507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73" name="Text 66"/>
          <p:cNvSpPr/>
          <p:nvPr/>
        </p:nvSpPr>
        <p:spPr>
          <a:xfrm>
            <a:off x="6172200" y="4215384"/>
            <a:ext cx="2414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Alerts</a:t>
            </a:r>
            <a:endParaRPr lang="en-US" sz="760" dirty="0"/>
          </a:p>
        </p:txBody>
      </p:sp>
      <p:sp>
        <p:nvSpPr>
          <p:cNvPr id="74" name="Shape 67"/>
          <p:cNvSpPr/>
          <p:nvPr/>
        </p:nvSpPr>
        <p:spPr>
          <a:xfrm>
            <a:off x="5815584" y="4663440"/>
            <a:ext cx="2706624" cy="2377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5815584" y="466344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Scalable · Observable · Enterprise-Ready</a:t>
            </a:r>
            <a:endParaRPr lang="en-US" sz="780" dirty="0"/>
          </a:p>
        </p:txBody>
      </p:sp>
      <p:sp>
        <p:nvSpPr>
          <p:cNvPr id="76" name="Text 6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5 of 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Labs &amp; Hands-On Learning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279392" cy="212140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749808"/>
            <a:ext cx="566928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7498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" y="7498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API Creation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52144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1078992"/>
            <a:ext cx="3547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 endpoints using FastAPI framework
</a:t>
            </a:r>
            <a:pPr indent="0" marL="0">
              <a:buNone/>
            </a:pPr>
            <a:r>
              <a:rPr lang="en-US" sz="88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design · async functions · request handling
</a:t>
            </a:r>
            <a:pPr indent="0" marL="0">
              <a:buNone/>
            </a:pPr>
            <a:r>
              <a:rPr lang="en-US" sz="88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= high-performance, production-ready API framework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164592" y="3054096"/>
            <a:ext cx="4279392" cy="212140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3054096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4592" y="3054096"/>
            <a:ext cx="566928" cy="256032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30540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86384" y="305409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Response API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456432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0080" y="3383280"/>
            <a:ext cx="3547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token-by-token response streaming
</a:t>
            </a:r>
            <a:pPr indent="0" marL="0">
              <a:buNone/>
            </a:pPr>
            <a:r>
              <a:rPr lang="en-US" sz="8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· chunked responses · real-time delivery
</a:t>
            </a:r>
            <a:pPr indent="0" marL="0">
              <a:buNone/>
            </a:pPr>
            <a:r>
              <a:rPr lang="en-US" sz="880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= responsive UX · lower latency · better perceived performance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164592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64592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Development Workflow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2212848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212848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Request/Response Architecture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4261104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261104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Response Streaming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6309360" y="4663440"/>
            <a:ext cx="1956816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09360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Engineering Practices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4608576" y="749808"/>
            <a:ext cx="4370832" cy="38587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08576" y="804672"/>
            <a:ext cx="4370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REQUEST / RESPONSE FLOW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5230368" y="111556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212080" y="1252728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449824" y="115214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Request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5449824" y="136245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to /chat endpoint</a:t>
            </a:r>
            <a:endParaRPr lang="en-US" sz="760" dirty="0"/>
          </a:p>
        </p:txBody>
      </p:sp>
      <p:sp>
        <p:nvSpPr>
          <p:cNvPr id="36" name="Shape 32"/>
          <p:cNvSpPr/>
          <p:nvPr/>
        </p:nvSpPr>
        <p:spPr>
          <a:xfrm>
            <a:off x="6766560" y="155448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230368" y="166420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212080" y="1801368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49824" y="170078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Processing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449824" y="191109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→ validate → parse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6766560" y="210312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230368" y="221284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5212080" y="235000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49824" y="224942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Invocation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5449824" y="245973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Groq API with prompt</a:t>
            </a:r>
            <a:endParaRPr lang="en-US" sz="760" dirty="0"/>
          </a:p>
        </p:txBody>
      </p:sp>
      <p:sp>
        <p:nvSpPr>
          <p:cNvPr id="46" name="Shape 42"/>
          <p:cNvSpPr/>
          <p:nvPr/>
        </p:nvSpPr>
        <p:spPr>
          <a:xfrm>
            <a:off x="6766560" y="265176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230368" y="276148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5212080" y="2898648"/>
            <a:ext cx="164592" cy="164592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449824" y="279806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Generation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5449824" y="300837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streams response tokens</a:t>
            </a:r>
            <a:endParaRPr lang="en-US" sz="760" dirty="0"/>
          </a:p>
        </p:txBody>
      </p:sp>
      <p:sp>
        <p:nvSpPr>
          <p:cNvPr id="51" name="Shape 47"/>
          <p:cNvSpPr/>
          <p:nvPr/>
        </p:nvSpPr>
        <p:spPr>
          <a:xfrm>
            <a:off x="6766560" y="320040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230368" y="331012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5212080" y="3447288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449824" y="334670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Streaming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5449824" y="355701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chunks to client</a:t>
            </a:r>
            <a:endParaRPr lang="en-US" sz="760" dirty="0"/>
          </a:p>
        </p:txBody>
      </p:sp>
      <p:sp>
        <p:nvSpPr>
          <p:cNvPr id="56" name="Shape 52"/>
          <p:cNvSpPr/>
          <p:nvPr/>
        </p:nvSpPr>
        <p:spPr>
          <a:xfrm>
            <a:off x="6766560" y="3749040"/>
            <a:ext cx="54864" cy="7315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230368" y="3858768"/>
            <a:ext cx="3127248" cy="43891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8" name="Shape 54"/>
          <p:cNvSpPr/>
          <p:nvPr/>
        </p:nvSpPr>
        <p:spPr>
          <a:xfrm>
            <a:off x="5212080" y="399592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5449824" y="389534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&amp; Monitoring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5449824" y="4105656"/>
            <a:ext cx="2871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metrics &amp; errors</a:t>
            </a:r>
            <a:endParaRPr lang="en-US" sz="760" dirty="0"/>
          </a:p>
        </p:txBody>
      </p:sp>
      <p:sp>
        <p:nvSpPr>
          <p:cNvPr id="61" name="Shape 57"/>
          <p:cNvSpPr/>
          <p:nvPr/>
        </p:nvSpPr>
        <p:spPr>
          <a:xfrm>
            <a:off x="4791456" y="4407408"/>
            <a:ext cx="4005072" cy="18288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791456" y="440740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 AI API Response</a:t>
            </a:r>
            <a:endParaRPr lang="en-US" sz="780" dirty="0"/>
          </a:p>
        </p:txBody>
      </p:sp>
      <p:sp>
        <p:nvSpPr>
          <p:cNvPr id="63" name="Text 5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5 of 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Project – Production-Ready Chatbot API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315968" cy="138988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54864" cy="1389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82296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777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" y="10241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Chatbot API using FastAPI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· input validation · error handling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via Swagger UI · JSON responses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" y="2212848"/>
            <a:ext cx="4315968" cy="1426464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" y="2212848"/>
            <a:ext cx="54864" cy="14264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2240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Architecture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" y="2551176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896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620" dirty="0"/>
          </a:p>
        </p:txBody>
      </p:sp>
      <p:sp>
        <p:nvSpPr>
          <p:cNvPr id="18" name="Shape 15"/>
          <p:cNvSpPr/>
          <p:nvPr/>
        </p:nvSpPr>
        <p:spPr>
          <a:xfrm>
            <a:off x="667512" y="2697480"/>
            <a:ext cx="54864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2551176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/chat</a:t>
            </a:r>
            <a:endParaRPr lang="en-US" sz="620" dirty="0"/>
          </a:p>
        </p:txBody>
      </p:sp>
      <p:sp>
        <p:nvSpPr>
          <p:cNvPr id="21" name="Shape 18"/>
          <p:cNvSpPr/>
          <p:nvPr/>
        </p:nvSpPr>
        <p:spPr>
          <a:xfrm>
            <a:off x="1088136" y="2697480"/>
            <a:ext cx="54864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52144" y="2551176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52144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1508760" y="2697480"/>
            <a:ext cx="54864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572768" y="2551176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72768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1929384" y="2697480"/>
            <a:ext cx="54864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93392" y="2551176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93392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2350008" y="2697480"/>
            <a:ext cx="54864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14016" y="2551176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414016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</a:t>
            </a:r>
            <a:endParaRPr lang="en-US" sz="620" dirty="0"/>
          </a:p>
        </p:txBody>
      </p:sp>
      <p:sp>
        <p:nvSpPr>
          <p:cNvPr id="33" name="Shape 30"/>
          <p:cNvSpPr/>
          <p:nvPr/>
        </p:nvSpPr>
        <p:spPr>
          <a:xfrm>
            <a:off x="2770632" y="2697480"/>
            <a:ext cx="54864" cy="36576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834640" y="2551176"/>
            <a:ext cx="347472" cy="329184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834640" y="25511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620" dirty="0"/>
          </a:p>
        </p:txBody>
      </p:sp>
      <p:sp>
        <p:nvSpPr>
          <p:cNvPr id="36" name="Text 33"/>
          <p:cNvSpPr/>
          <p:nvPr/>
        </p:nvSpPr>
        <p:spPr>
          <a:xfrm>
            <a:off x="256032" y="29535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Full API lifecycle: request → validation → processing → response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164592" y="3648456"/>
            <a:ext cx="4315968" cy="1243584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4592" y="3648456"/>
            <a:ext cx="54864" cy="1243584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92608" y="36758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56032" y="3913632"/>
            <a:ext cx="4133088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0896" y="3931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810512" y="3986784"/>
            <a:ext cx="36576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901952" y="39319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principles · endpoint planning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256032" y="4206240"/>
            <a:ext cx="413308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0896" y="4224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1810512" y="4279392"/>
            <a:ext cx="36576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901952" y="4224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· type checking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56032" y="4498848"/>
            <a:ext cx="4133088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10896" y="45171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810512" y="4572000"/>
            <a:ext cx="36576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901952" y="4517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exceptions · structured errors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4645152" y="749808"/>
            <a:ext cx="4334256" cy="4151376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645152" y="749808"/>
            <a:ext cx="4334256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645152" y="74980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809744" y="1088136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828032" y="1197864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828032" y="1197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225296"/>
            <a:ext cx="219456" cy="219456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5486400" y="114300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Development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5486400" y="136245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async Python framework for APIs</a:t>
            </a:r>
            <a:endParaRPr lang="en-US" sz="780" dirty="0"/>
          </a:p>
        </p:txBody>
      </p:sp>
      <p:sp>
        <p:nvSpPr>
          <p:cNvPr id="61" name="Shape 57"/>
          <p:cNvSpPr/>
          <p:nvPr/>
        </p:nvSpPr>
        <p:spPr>
          <a:xfrm>
            <a:off x="4809744" y="1655064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828032" y="1764792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828032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792224"/>
            <a:ext cx="219456" cy="219456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486400" y="170992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Concepts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5486400" y="192938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I/O; concurrent request handling</a:t>
            </a:r>
            <a:endParaRPr lang="en-US" sz="780" dirty="0"/>
          </a:p>
        </p:txBody>
      </p:sp>
      <p:sp>
        <p:nvSpPr>
          <p:cNvPr id="67" name="Shape 62"/>
          <p:cNvSpPr/>
          <p:nvPr/>
        </p:nvSpPr>
        <p:spPr>
          <a:xfrm>
            <a:off x="4809744" y="2221992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4828032" y="2331720"/>
            <a:ext cx="292608" cy="292608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828032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pic>
        <p:nvPicPr>
          <p:cNvPr id="7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359152"/>
            <a:ext cx="219456" cy="219456"/>
          </a:xfrm>
          <a:prstGeom prst="rect">
            <a:avLst/>
          </a:prstGeom>
        </p:spPr>
      </p:pic>
      <p:sp>
        <p:nvSpPr>
          <p:cNvPr id="71" name="Text 65"/>
          <p:cNvSpPr/>
          <p:nvPr/>
        </p:nvSpPr>
        <p:spPr>
          <a:xfrm>
            <a:off x="5486400" y="227685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APIs</a:t>
            </a:r>
            <a:endParaRPr lang="en-US" sz="950" dirty="0"/>
          </a:p>
        </p:txBody>
      </p:sp>
      <p:sp>
        <p:nvSpPr>
          <p:cNvPr id="72" name="Text 66"/>
          <p:cNvSpPr/>
          <p:nvPr/>
        </p:nvSpPr>
        <p:spPr>
          <a:xfrm>
            <a:off x="5486400" y="249631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responses; real-time delivery</a:t>
            </a:r>
            <a:endParaRPr lang="en-US" sz="780" dirty="0"/>
          </a:p>
        </p:txBody>
      </p:sp>
      <p:sp>
        <p:nvSpPr>
          <p:cNvPr id="73" name="Shape 67"/>
          <p:cNvSpPr/>
          <p:nvPr/>
        </p:nvSpPr>
        <p:spPr>
          <a:xfrm>
            <a:off x="4809744" y="2788920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4828032" y="2898648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4828032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pic>
        <p:nvPicPr>
          <p:cNvPr id="7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2926080"/>
            <a:ext cx="219456" cy="219456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5486400" y="28437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78" name="Text 71"/>
          <p:cNvSpPr/>
          <p:nvPr/>
        </p:nvSpPr>
        <p:spPr>
          <a:xfrm>
            <a:off x="5486400" y="30632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errors; meaningful HTTP codes</a:t>
            </a:r>
            <a:endParaRPr lang="en-US" sz="780" dirty="0"/>
          </a:p>
        </p:txBody>
      </p:sp>
      <p:sp>
        <p:nvSpPr>
          <p:cNvPr id="79" name="Shape 72"/>
          <p:cNvSpPr/>
          <p:nvPr/>
        </p:nvSpPr>
        <p:spPr>
          <a:xfrm>
            <a:off x="4809744" y="3355848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4828032" y="3465576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1" name="Text 74"/>
          <p:cNvSpPr/>
          <p:nvPr/>
        </p:nvSpPr>
        <p:spPr>
          <a:xfrm>
            <a:off x="482803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pic>
        <p:nvPicPr>
          <p:cNvPr id="8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3493008"/>
            <a:ext cx="219456" cy="219456"/>
          </a:xfrm>
          <a:prstGeom prst="rect">
            <a:avLst/>
          </a:prstGeom>
        </p:spPr>
      </p:pic>
      <p:sp>
        <p:nvSpPr>
          <p:cNvPr id="83" name="Text 75"/>
          <p:cNvSpPr/>
          <p:nvPr/>
        </p:nvSpPr>
        <p:spPr>
          <a:xfrm>
            <a:off x="5486400" y="341071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Deployment Basics</a:t>
            </a:r>
            <a:endParaRPr lang="en-US" sz="950" dirty="0"/>
          </a:p>
        </p:txBody>
      </p:sp>
      <p:sp>
        <p:nvSpPr>
          <p:cNvPr id="84" name="Text 76"/>
          <p:cNvSpPr/>
          <p:nvPr/>
        </p:nvSpPr>
        <p:spPr>
          <a:xfrm>
            <a:off x="5486400" y="363016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setup; API lifecycle management</a:t>
            </a:r>
            <a:endParaRPr lang="en-US" sz="780" dirty="0"/>
          </a:p>
        </p:txBody>
      </p:sp>
      <p:sp>
        <p:nvSpPr>
          <p:cNvPr id="85" name="Shape 77"/>
          <p:cNvSpPr/>
          <p:nvPr/>
        </p:nvSpPr>
        <p:spPr>
          <a:xfrm>
            <a:off x="4809744" y="3922776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4828032" y="4032504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7" name="Text 79"/>
          <p:cNvSpPr/>
          <p:nvPr/>
        </p:nvSpPr>
        <p:spPr>
          <a:xfrm>
            <a:off x="482803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pic>
        <p:nvPicPr>
          <p:cNvPr id="8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4059936"/>
            <a:ext cx="219456" cy="219456"/>
          </a:xfrm>
          <a:prstGeom prst="rect">
            <a:avLst/>
          </a:prstGeom>
        </p:spPr>
      </p:pic>
      <p:sp>
        <p:nvSpPr>
          <p:cNvPr id="89" name="Text 80"/>
          <p:cNvSpPr/>
          <p:nvPr/>
        </p:nvSpPr>
        <p:spPr>
          <a:xfrm>
            <a:off x="5486400" y="39776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AI Engineering</a:t>
            </a:r>
            <a:endParaRPr lang="en-US" sz="950" dirty="0"/>
          </a:p>
        </p:txBody>
      </p:sp>
      <p:sp>
        <p:nvSpPr>
          <p:cNvPr id="90" name="Text 81"/>
          <p:cNvSpPr/>
          <p:nvPr/>
        </p:nvSpPr>
        <p:spPr>
          <a:xfrm>
            <a:off x="5486400" y="419709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design, build, test, deploy</a:t>
            </a:r>
            <a:endParaRPr lang="en-US" sz="780" dirty="0"/>
          </a:p>
        </p:txBody>
      </p:sp>
      <p:sp>
        <p:nvSpPr>
          <p:cNvPr id="91" name="Shape 82"/>
          <p:cNvSpPr/>
          <p:nvPr/>
        </p:nvSpPr>
        <p:spPr>
          <a:xfrm>
            <a:off x="4809744" y="4261104"/>
            <a:ext cx="4005072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2" name="Text 83"/>
          <p:cNvSpPr/>
          <p:nvPr/>
        </p:nvSpPr>
        <p:spPr>
          <a:xfrm>
            <a:off x="4809744" y="426110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TRAINING SERIES COMPLETED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→ APIs → RAG → Agents → Production</a:t>
            </a:r>
            <a:endParaRPr lang="en-US" sz="1000" dirty="0"/>
          </a:p>
        </p:txBody>
      </p:sp>
      <p:sp>
        <p:nvSpPr>
          <p:cNvPr id="93" name="Text 8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5 of 5 – FINAL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Engineering Training – Day 5</dc:title>
  <dc:subject>PptxGenJS Presentation</dc:subject>
  <dc:creator>PptxGenJS</dc:creator>
  <cp:lastModifiedBy>PptxGenJS</cp:lastModifiedBy>
  <cp:revision>1</cp:revision>
  <dcterms:created xsi:type="dcterms:W3CDTF">2026-06-09T05:02:05Z</dcterms:created>
  <dcterms:modified xsi:type="dcterms:W3CDTF">2026-06-09T05:02:05Z</dcterms:modified>
</cp:coreProperties>
</file>